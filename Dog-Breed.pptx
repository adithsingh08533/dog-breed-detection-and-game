
<file path=[Content_Types].xml><?xml version="1.0" encoding="utf-8"?>
<Types xmlns="http://schemas.openxmlformats.org/package/2006/content-types">
  <Default Extension="1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4"/>
  </p:sldMasterIdLst>
  <p:notesMasterIdLst>
    <p:notesMasterId r:id="rId16"/>
  </p:notesMasterIdLst>
  <p:sldIdLst>
    <p:sldId id="292" r:id="rId5"/>
    <p:sldId id="257" r:id="rId6"/>
    <p:sldId id="343" r:id="rId7"/>
    <p:sldId id="344" r:id="rId8"/>
    <p:sldId id="345" r:id="rId9"/>
    <p:sldId id="346" r:id="rId10"/>
    <p:sldId id="347" r:id="rId11"/>
    <p:sldId id="348" r:id="rId12"/>
    <p:sldId id="349" r:id="rId13"/>
    <p:sldId id="350" r:id="rId14"/>
    <p:sldId id="342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40" userDrawn="1">
          <p15:clr>
            <a:srgbClr val="A4A3A4"/>
          </p15:clr>
        </p15:guide>
        <p15:guide id="2" pos="144" userDrawn="1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xmlns="" r:id="rId47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1910"/>
    <a:srgbClr val="223366"/>
    <a:srgbClr val="0000FF"/>
    <a:srgbClr val="0000A8"/>
    <a:srgbClr val="FFD5D5"/>
    <a:srgbClr val="DDE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0BD6FD-977E-ACBD-820E-9ED0D1C8B935}" v="1" dt="2024-01-29T06:26:59.3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540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4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0802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23E65BA-FB28-47C4-A217-44F00343302E}" type="slidenum">
              <a:rPr lang="en-US" sz="1400" b="0" strike="noStrike" spc="-1">
                <a:latin typeface="Times New Roman"/>
              </a:rPr>
              <a:t>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36936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494419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381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E9D2A155-03D1-406C-89CB-ED7F9F0CCA44}" type="slidenum">
              <a:rPr lang="en-IN" sz="1200" b="0" strike="noStrike" spc="-1">
                <a:latin typeface="Times New Roman"/>
              </a:rPr>
              <a:t>11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53140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378" lvl="1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566" lvl="2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754" lvl="3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5943" lvl="4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132" lvl="5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320" lvl="6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509" lvl="7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697" lvl="8" indent="-304793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2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378" lvl="1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566" lvl="2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754" lvl="3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5943" lvl="4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132" lvl="5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320" lvl="6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509" lvl="7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697" lvl="8" indent="-304793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3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0479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378" lvl="1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566" lvl="2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754" lvl="3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5943" lvl="4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132" lvl="5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320" lvl="6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509" lvl="7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697" lvl="8" indent="-304793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2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3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189" lvl="0" indent="-3428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378" lvl="1" indent="-3174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132" lvl="5" indent="-3174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189" lvl="0" indent="-22859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28560" y="273780"/>
            <a:ext cx="7886430" cy="99387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3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2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36418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4D797CE1-B3BC-05B3-7EFB-77E24CA99EC4}"/>
              </a:ext>
            </a:extLst>
          </p:cNvPr>
          <p:cNvPicPr preferRelativeResize="0"/>
          <p:nvPr userDrawn="1"/>
        </p:nvPicPr>
        <p:blipFill rotWithShape="1">
          <a:blip r:embed="rId14">
            <a:alphaModFix/>
          </a:blip>
          <a:srcRect/>
          <a:stretch/>
        </p:blipFill>
        <p:spPr>
          <a:xfrm>
            <a:off x="5890576" y="50164"/>
            <a:ext cx="1226897" cy="410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FDEA9A-3289-7724-A041-81BA7412446D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8588173" y="44451"/>
            <a:ext cx="430886" cy="4215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E9B430-F1A6-D15F-5325-A6ECC80544A3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7448295" y="54435"/>
            <a:ext cx="606402" cy="401602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A16F5E0-5700-9B75-900A-DACA5FE2B975}"/>
              </a:ext>
            </a:extLst>
          </p:cNvPr>
          <p:cNvCxnSpPr/>
          <p:nvPr userDrawn="1"/>
        </p:nvCxnSpPr>
        <p:spPr>
          <a:xfrm>
            <a:off x="7272997" y="44451"/>
            <a:ext cx="0" cy="41158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4B73529-812D-C430-F6D0-F29A1FE550F2}"/>
              </a:ext>
            </a:extLst>
          </p:cNvPr>
          <p:cNvCxnSpPr/>
          <p:nvPr userDrawn="1"/>
        </p:nvCxnSpPr>
        <p:spPr>
          <a:xfrm>
            <a:off x="8328077" y="44451"/>
            <a:ext cx="0" cy="41158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52" r:id="rId3"/>
    <p:sldLayoutId id="2147483653" r:id="rId4"/>
    <p:sldLayoutId id="2147483654" r:id="rId5"/>
    <p:sldLayoutId id="2147483668" r:id="rId6"/>
    <p:sldLayoutId id="2147483669" r:id="rId7"/>
    <p:sldLayoutId id="2147483670" r:id="rId8"/>
    <p:sldLayoutId id="2147483656" r:id="rId9"/>
    <p:sldLayoutId id="2147483657" r:id="rId10"/>
    <p:sldLayoutId id="2147483659" r:id="rId11"/>
    <p:sldLayoutId id="2147483674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vankelly.pages.dev/vnwlo-new-dog-breed-2025-kllyvist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ncient_dog_breeds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creativecommons.org/licenses/by-sa/3.0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labrador-akita-dogs-445232/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-research.net/en/article/doi/10.1007/s11633-020-1261-0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d.com/advice/pets/how-many-dog-breeds-in-the-world/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1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rawpixel.com/image/517813/free-illustration-vector-coming-soon-opening-soon-announcemen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007EE478-C686-BEE8-D55A-706CA7E747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62" r="5562"/>
          <a:stretch/>
        </p:blipFill>
        <p:spPr>
          <a:xfrm>
            <a:off x="1426" y="16328"/>
            <a:ext cx="9142574" cy="5143500"/>
          </a:xfrm>
          <a:prstGeom prst="rect">
            <a:avLst/>
          </a:prstGeom>
        </p:spPr>
      </p:pic>
      <p:sp>
        <p:nvSpPr>
          <p:cNvPr id="10" name="TextShape 1">
            <a:extLst>
              <a:ext uri="{FF2B5EF4-FFF2-40B4-BE49-F238E27FC236}">
                <a16:creationId xmlns:a16="http://schemas.microsoft.com/office/drawing/2014/main" id="{813F2107-8C2D-9CA4-CD8E-ECCCD7EBECC8}"/>
              </a:ext>
            </a:extLst>
          </p:cNvPr>
          <p:cNvSpPr txBox="1"/>
          <p:nvPr/>
        </p:nvSpPr>
        <p:spPr>
          <a:xfrm>
            <a:off x="966439" y="3757979"/>
            <a:ext cx="2361946" cy="395232"/>
          </a:xfrm>
          <a:prstGeom prst="rect">
            <a:avLst/>
          </a:prstGeom>
          <a:noFill/>
          <a:ln w="0">
            <a:noFill/>
          </a:ln>
        </p:spPr>
        <p:txBody>
          <a:bodyPr lIns="68580" tIns="34290" rIns="68580" bIns="34290" anchor="b">
            <a:noAutofit/>
          </a:bodyPr>
          <a:lstStyle/>
          <a:p>
            <a:pPr algn="ctr">
              <a:lnSpc>
                <a:spcPct val="90000"/>
              </a:lnSpc>
            </a:pPr>
            <a:endParaRPr lang="en-US" sz="2500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60471F-132C-DC05-DF57-C57BF5F94F99}"/>
              </a:ext>
            </a:extLst>
          </p:cNvPr>
          <p:cNvSpPr/>
          <p:nvPr/>
        </p:nvSpPr>
        <p:spPr>
          <a:xfrm>
            <a:off x="743414" y="1640947"/>
            <a:ext cx="2988527" cy="87131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7F1DD211-B5CE-B07E-185D-B2D660A8824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5783" y="1971178"/>
            <a:ext cx="1050529" cy="294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9B16EB-4021-3DAD-87D7-8AADDA33F1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2197" y="1843398"/>
            <a:ext cx="485958" cy="4754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0553CE-6B63-17CC-854E-76FF40B12C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5014" y="1919854"/>
            <a:ext cx="599270" cy="39687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AE5AE47-CF4D-55BD-80ED-4ABE05325878}"/>
              </a:ext>
            </a:extLst>
          </p:cNvPr>
          <p:cNvCxnSpPr/>
          <p:nvPr/>
        </p:nvCxnSpPr>
        <p:spPr>
          <a:xfrm>
            <a:off x="1984914" y="1859664"/>
            <a:ext cx="0" cy="47545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EE501B5-345A-EB93-5880-D723D37DD07C}"/>
              </a:ext>
            </a:extLst>
          </p:cNvPr>
          <p:cNvCxnSpPr/>
          <p:nvPr/>
        </p:nvCxnSpPr>
        <p:spPr>
          <a:xfrm>
            <a:off x="2891880" y="1865133"/>
            <a:ext cx="0" cy="47545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E88EE61-2242-CA77-5668-E4432A881B62}"/>
              </a:ext>
            </a:extLst>
          </p:cNvPr>
          <p:cNvSpPr txBox="1"/>
          <p:nvPr/>
        </p:nvSpPr>
        <p:spPr>
          <a:xfrm>
            <a:off x="6584578" y="4139290"/>
            <a:ext cx="3524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Adith Singh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58F033-1FDB-5853-0901-A4227F0AC55A}"/>
              </a:ext>
            </a:extLst>
          </p:cNvPr>
          <p:cNvSpPr txBox="1"/>
          <p:nvPr/>
        </p:nvSpPr>
        <p:spPr>
          <a:xfrm flipH="1">
            <a:off x="743414" y="2564770"/>
            <a:ext cx="6620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DOG BREED DETECTION AND GAME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/>
          <p:cNvSpPr txBox="1">
            <a:spLocks noGrp="1"/>
          </p:cNvSpPr>
          <p:nvPr>
            <p:ph type="title" idx="4294967295"/>
          </p:nvPr>
        </p:nvSpPr>
        <p:spPr>
          <a:xfrm>
            <a:off x="364822" y="867160"/>
            <a:ext cx="3009530" cy="214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 b="1">
                <a:solidFill>
                  <a:srgbClr val="213163"/>
                </a:solidFill>
              </a:rPr>
              <a:t>Project Objectives</a:t>
            </a:r>
            <a:endParaRPr sz="16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6ACA23-A691-BBFF-54D8-448548EFD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375" y="1228377"/>
            <a:ext cx="3194940" cy="3194940"/>
          </a:xfrm>
          <a:prstGeom prst="rect">
            <a:avLst/>
          </a:prstGeom>
        </p:spPr>
      </p:pic>
      <p:sp>
        <p:nvSpPr>
          <p:cNvPr id="6" name="Google Shape;62;g5fab984687_2_0">
            <a:extLst>
              <a:ext uri="{FF2B5EF4-FFF2-40B4-BE49-F238E27FC236}">
                <a16:creationId xmlns:a16="http://schemas.microsoft.com/office/drawing/2014/main" id="{2C2DB4A5-624B-CADA-0A3F-8AADD412BC0C}"/>
              </a:ext>
            </a:extLst>
          </p:cNvPr>
          <p:cNvSpPr txBox="1">
            <a:spLocks/>
          </p:cNvSpPr>
          <p:nvPr/>
        </p:nvSpPr>
        <p:spPr>
          <a:xfrm>
            <a:off x="364822" y="1365005"/>
            <a:ext cx="3845164" cy="2771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Problem Statement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Project Overview – Introduction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End Users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Wow Factor in Project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Modelling/Block Diagram/Flow of Project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Result/outcomes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Conclusion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Future Perspective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182880" indent="-182880">
              <a:buFont typeface="Arial" panose="020B0604020202020204" pitchFamily="34" charset="0"/>
              <a:buChar char="•"/>
            </a:pPr>
            <a:endParaRPr lang="en-US" dirty="0"/>
          </a:p>
          <a:p>
            <a:pPr marL="182880" indent="-18288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F6764B-21BB-C2DC-B5A1-6A2D218BF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>
                <a:solidFill>
                  <a:srgbClr val="002060"/>
                </a:solidFill>
              </a:rPr>
              <a:t>Problem Statement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609049-D08C-0265-F37A-FDB1652B2E98}"/>
              </a:ext>
            </a:extLst>
          </p:cNvPr>
          <p:cNvSpPr txBox="1"/>
          <p:nvPr/>
        </p:nvSpPr>
        <p:spPr>
          <a:xfrm>
            <a:off x="401444" y="1017725"/>
            <a:ext cx="4980877" cy="4047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kern="1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</a:rPr>
              <a:t>Identifying dog breeds accurately can be challenging, especially for new pet owners, shelters, and veterinarians. Many people struggle to recognize the breed of a dog based on appearance alone, leading to difficulties in breed-specific care, training, and adoption. Traditional methods rely on expert opinions or generic image searches, which can be inaccurate and time-consuming. 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33AA38-17E6-C574-2625-6CC698C183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382321" y="1535876"/>
            <a:ext cx="3048000" cy="227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993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F6764B-21BB-C2DC-B5A1-6A2D218BF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>
                <a:solidFill>
                  <a:srgbClr val="002060"/>
                </a:solidFill>
              </a:rPr>
              <a:t>Project overview - 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ED4ED4-DA97-2516-B6F7-89D9E5348AB9}"/>
              </a:ext>
            </a:extLst>
          </p:cNvPr>
          <p:cNvSpPr txBox="1"/>
          <p:nvPr/>
        </p:nvSpPr>
        <p:spPr>
          <a:xfrm>
            <a:off x="311700" y="1256371"/>
            <a:ext cx="5308515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kern="1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rPr>
              <a:t>The Dog Breed Detector is a deep learning-powered web application that accurately identifies dog breeds from user-uploaded images. Using </a:t>
            </a:r>
            <a:r>
              <a:rPr lang="en-IN" sz="1800" b="1" kern="1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rPr>
              <a:t>Convolutional Neural Networks (CNNs)</a:t>
            </a:r>
            <a:r>
              <a:rPr lang="en-IN" sz="1800" kern="1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rPr>
              <a:t> and a </a:t>
            </a:r>
            <a:r>
              <a:rPr lang="en-IN" sz="1800" b="1" kern="1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rPr>
              <a:t>pretrained InceptionV3 model</a:t>
            </a:r>
            <a:r>
              <a:rPr lang="en-IN" sz="1800" kern="1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rPr>
              <a:t>, the system classifies dogs into </a:t>
            </a:r>
            <a:r>
              <a:rPr lang="en-IN" sz="1800" b="1" kern="1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rPr>
              <a:t>70-80 different breeds</a:t>
            </a:r>
            <a:r>
              <a:rPr lang="en-IN" sz="1800" kern="1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rPr>
              <a:t> with high accuracy. The application is deployed using </a:t>
            </a:r>
            <a:r>
              <a:rPr lang="en-IN" sz="1800" b="1" kern="100" dirty="0" err="1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rPr>
              <a:t>Streamlit</a:t>
            </a:r>
            <a:r>
              <a:rPr lang="en-IN" sz="1800" kern="1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rPr>
              <a:t>, making it accessible via a simple web interface. 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094A22-4123-6FD0-D4EE-56D4C1F4EF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565387" y="1256371"/>
            <a:ext cx="3117514" cy="24004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4CE482-3E4F-04CE-0D40-55F2A75885D4}"/>
              </a:ext>
            </a:extLst>
          </p:cNvPr>
          <p:cNvSpPr txBox="1"/>
          <p:nvPr/>
        </p:nvSpPr>
        <p:spPr>
          <a:xfrm>
            <a:off x="6229813" y="3732803"/>
            <a:ext cx="2453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en.wikipedia.org/wiki/Ancient_dog_breeds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sa/3.0/"/>
              </a:rPr>
              <a:t>CC BY-SA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3764415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F6764B-21BB-C2DC-B5A1-6A2D218BF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solidFill>
                  <a:srgbClr val="002060"/>
                </a:solidFill>
              </a:rPr>
              <a:t>End User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FE57DA-5B46-9BA4-D1EA-8DA7FAED5D42}"/>
              </a:ext>
            </a:extLst>
          </p:cNvPr>
          <p:cNvSpPr txBox="1"/>
          <p:nvPr/>
        </p:nvSpPr>
        <p:spPr>
          <a:xfrm>
            <a:off x="2245112" y="1501697"/>
            <a:ext cx="4646342" cy="3971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IN" sz="1800" b="1" kern="1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rPr>
              <a:t>Pet Owners</a:t>
            </a:r>
            <a:r>
              <a:rPr lang="en-IN" sz="1800" kern="1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rPr>
              <a:t> – Identify their dog’s breed for better care.</a:t>
            </a:r>
          </a:p>
          <a:p>
            <a:pPr marL="342900" lvl="0" indent="-342900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IN" sz="1800" b="1" kern="1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rPr>
              <a:t>Animal Shelters</a:t>
            </a:r>
            <a:r>
              <a:rPr lang="en-IN" sz="1800" kern="1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rPr>
              <a:t> – Classify breeds to assist in adoption.</a:t>
            </a:r>
          </a:p>
          <a:p>
            <a:pPr marL="342900" lvl="0" indent="-342900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IN" sz="1800" b="1" kern="1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rPr>
              <a:t>Veterinarians &amp; Trainers</a:t>
            </a:r>
            <a:r>
              <a:rPr lang="en-IN" sz="1800" kern="1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rPr>
              <a:t> – Offer breed-specific recommendations.</a:t>
            </a:r>
          </a:p>
          <a:p>
            <a:pPr marL="342900" lvl="0" indent="-342900">
              <a:lnSpc>
                <a:spcPct val="150000"/>
              </a:lnSpc>
              <a:spcAft>
                <a:spcPts val="155"/>
              </a:spcAft>
              <a:buFont typeface="Symbol" panose="05050102010706020507" pitchFamily="18" charset="2"/>
              <a:buChar char=""/>
            </a:pPr>
            <a:r>
              <a:rPr lang="en-IN" sz="1800" b="1" kern="1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rPr>
              <a:t>Dog Enthusiasts</a:t>
            </a:r>
            <a:r>
              <a:rPr lang="en-IN" sz="1800" kern="1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rPr>
              <a:t> – Learn more about different breeds.</a:t>
            </a:r>
          </a:p>
          <a:p>
            <a:pPr marL="6350" indent="-6350">
              <a:lnSpc>
                <a:spcPct val="104000"/>
              </a:lnSpc>
              <a:spcAft>
                <a:spcPts val="155"/>
              </a:spcAft>
            </a:pPr>
            <a:r>
              <a:rPr lang="en-IN" sz="1800" kern="1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rPr>
              <a:t>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9326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F6764B-21BB-C2DC-B5A1-6A2D218BF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>
                <a:solidFill>
                  <a:srgbClr val="002060"/>
                </a:solidFill>
              </a:rPr>
              <a:t>Wow Factor in Solution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F83E59-AF39-0B55-39D1-52F5340657C6}"/>
              </a:ext>
            </a:extLst>
          </p:cNvPr>
          <p:cNvSpPr txBox="1"/>
          <p:nvPr/>
        </p:nvSpPr>
        <p:spPr>
          <a:xfrm>
            <a:off x="468352" y="1137424"/>
            <a:ext cx="4988312" cy="4047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kern="1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rPr>
              <a:t>Our solution provides an </a:t>
            </a:r>
            <a:r>
              <a:rPr lang="en-IN" sz="1800" b="1" kern="1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rPr>
              <a:t>AI-powered image classification system</a:t>
            </a:r>
            <a:r>
              <a:rPr lang="en-IN" sz="1800" kern="1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rPr>
              <a:t> that allows users to:</a:t>
            </a:r>
            <a:br>
              <a:rPr lang="en-IN" sz="1800" kern="1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rPr>
            </a:br>
            <a:r>
              <a:rPr lang="en-IN" sz="1800" kern="1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rPr>
              <a:t>1. </a:t>
            </a:r>
            <a:r>
              <a:rPr lang="en-IN" sz="1800" b="1" kern="1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rPr>
              <a:t>Upload an image</a:t>
            </a:r>
            <a:r>
              <a:rPr lang="en-IN" sz="1800" kern="1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rPr>
              <a:t> of a dog.</a:t>
            </a:r>
            <a:br>
              <a:rPr lang="en-IN" sz="1800" kern="1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rPr>
            </a:br>
            <a:r>
              <a:rPr lang="en-IN" sz="1800" kern="1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rPr>
              <a:t>2. </a:t>
            </a:r>
            <a:r>
              <a:rPr lang="en-IN" sz="1800" b="1" kern="1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rPr>
              <a:t>Receive instant breed predictions</a:t>
            </a:r>
            <a:r>
              <a:rPr lang="en-IN" sz="1800" kern="1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rPr>
              <a:t> with confidence scores.</a:t>
            </a:r>
            <a:br>
              <a:rPr lang="en-IN" sz="1800" kern="1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rPr>
            </a:br>
            <a:r>
              <a:rPr lang="en-IN" sz="1800" kern="1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rPr>
              <a:t>3. </a:t>
            </a:r>
            <a:r>
              <a:rPr lang="en-IN" sz="1800" b="1" kern="1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rPr>
              <a:t>Access an easy-to-use web interface</a:t>
            </a:r>
            <a:r>
              <a:rPr lang="en-IN" sz="1800" kern="1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rPr>
              <a:t> for quick identification.</a:t>
            </a:r>
            <a:br>
              <a:rPr lang="en-IN" sz="1800" kern="1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rPr>
            </a:br>
            <a:r>
              <a:rPr lang="en-IN" sz="1800" kern="1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rPr>
              <a:t>4. </a:t>
            </a:r>
            <a:r>
              <a:rPr lang="en-IN" sz="1800" b="1" kern="1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rPr>
              <a:t>Improve accuracy</a:t>
            </a:r>
            <a:r>
              <a:rPr lang="en-IN" sz="1800" kern="1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rPr>
              <a:t> with a continuously trained model. 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C375E7-7466-0111-C8FD-03DDBD6105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597912" y="1631938"/>
            <a:ext cx="2806280" cy="1879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308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F6764B-21BB-C2DC-B5A1-6A2D218BF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>
                <a:solidFill>
                  <a:srgbClr val="002060"/>
                </a:solidFill>
              </a:rPr>
              <a:t>Modelling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E43D08-7A70-8CFC-4F94-F58F70673CDC}"/>
              </a:ext>
            </a:extLst>
          </p:cNvPr>
          <p:cNvSpPr txBox="1"/>
          <p:nvPr/>
        </p:nvSpPr>
        <p:spPr>
          <a:xfrm>
            <a:off x="514905" y="1642369"/>
            <a:ext cx="8185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IN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58AD72-0B37-9FA5-5E96-4B12DB6F3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258481" y="821609"/>
            <a:ext cx="4432251" cy="366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609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F6764B-21BB-C2DC-B5A1-6A2D218BF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solidFill>
                  <a:srgbClr val="002060"/>
                </a:solidFill>
              </a:rPr>
              <a:t>Result / Outcomes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E43D08-7A70-8CFC-4F94-F58F70673CDC}"/>
              </a:ext>
            </a:extLst>
          </p:cNvPr>
          <p:cNvSpPr txBox="1"/>
          <p:nvPr/>
        </p:nvSpPr>
        <p:spPr>
          <a:xfrm>
            <a:off x="514905" y="1642369"/>
            <a:ext cx="8185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IN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661167-378D-5AE5-D91F-683614B73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26" y="1880839"/>
            <a:ext cx="3970660" cy="22334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625D21-4C6F-D046-8D3E-EC33611D1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638" y="1880839"/>
            <a:ext cx="3970662" cy="223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077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F6764B-21BB-C2DC-B5A1-6A2D218BF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solidFill>
                  <a:srgbClr val="002060"/>
                </a:solidFill>
              </a:rPr>
              <a:t>Conclusion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79BCF1-1398-492B-D2E1-9415FAF19C70}"/>
              </a:ext>
            </a:extLst>
          </p:cNvPr>
          <p:cNvSpPr txBox="1"/>
          <p:nvPr/>
        </p:nvSpPr>
        <p:spPr>
          <a:xfrm>
            <a:off x="542693" y="1308409"/>
            <a:ext cx="4467922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</a:t>
            </a:r>
            <a:r>
              <a:rPr lang="en-US" b="1" dirty="0"/>
              <a:t>Dog Breed Detector</a:t>
            </a:r>
            <a:r>
              <a:rPr lang="en-US" dirty="0"/>
              <a:t> simplifies dog breed identification using deep learning, providing instant and accurate results.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By leveraging a fine-tuned InceptionV3 model, it classifies 70-80 breeds with high accuracy. The user-friendly </a:t>
            </a:r>
            <a:r>
              <a:rPr lang="en-US" dirty="0" err="1"/>
              <a:t>Streamlit</a:t>
            </a:r>
            <a:r>
              <a:rPr lang="en-US" dirty="0"/>
              <a:t> interface ensures easy access for pet owners, shelters, and veterinarians.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Continuous model improvements enhance prediction reliability over time. This AI-powered solution revolutionizes breed identification, making it more efficient and accessible.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31C28D-CC8E-8A98-4D05-3B4EB626FC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249436" y="1092818"/>
            <a:ext cx="3351871" cy="335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388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8EAFC-3A57-AD7E-8CB9-F8A9F0B4D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3EABD15-8138-43E4-DD67-E9ECE24A5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>
                <a:solidFill>
                  <a:srgbClr val="002060"/>
                </a:solidFill>
              </a:rPr>
              <a:t>Future Perspective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C8A0C3-EE35-84A4-B943-34F3CD871AC3}"/>
              </a:ext>
            </a:extLst>
          </p:cNvPr>
          <p:cNvSpPr txBox="1"/>
          <p:nvPr/>
        </p:nvSpPr>
        <p:spPr>
          <a:xfrm>
            <a:off x="394010" y="1226635"/>
            <a:ext cx="6207512" cy="3370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The </a:t>
            </a:r>
            <a:r>
              <a:rPr lang="en-US" sz="1600" b="1" dirty="0"/>
              <a:t>future perspective</a:t>
            </a:r>
            <a:r>
              <a:rPr lang="en-US" sz="1600" dirty="0"/>
              <a:t> of the Dog Breed Detector includes expanding the breed database for broader coverage and improved accuracy. Enhancing the model with real-time learning and user feedback will refine predictions.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Mobile app integration can increase accessibility for on-the-go users. Adding features like mixed-breed detection and health recommendations will enhance user value. Collaborating with shelters and veterinarians can further optimize adoption and pet care processes.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733696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B371653C-5A59-55AF-7592-1B7D2CA0BEA9}"/>
              </a:ext>
            </a:extLst>
          </p:cNvPr>
          <p:cNvSpPr txBox="1"/>
          <p:nvPr/>
        </p:nvSpPr>
        <p:spPr>
          <a:xfrm>
            <a:off x="3166669" y="2193074"/>
            <a:ext cx="2810662" cy="46645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Thank you...!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49E540-9F0A-ABF8-AE52-3245D8CE33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352800" y="135255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70188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5" ma:contentTypeDescription="Create a new document." ma:contentTypeScope="" ma:versionID="7670618c03e54fbae4a17ecb2d0ed10f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3d63de1c5a217044e31e0c8b260d3d71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7D9E5D5E-A365-4A49-8140-C8CC82A61608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706AB80-2608-47D7-8AC8-FA6BC8A9B27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6559A34-456E-49A1-8157-9E3D18BFAD36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433</Words>
  <Application>Microsoft Office PowerPoint</Application>
  <PresentationFormat>On-screen Show (16:9)</PresentationFormat>
  <Paragraphs>41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Franklin Gothic Book</vt:lpstr>
      <vt:lpstr>Symbol</vt:lpstr>
      <vt:lpstr>Times New Roman</vt:lpstr>
      <vt:lpstr>Wingdings</vt:lpstr>
      <vt:lpstr>Simple Light</vt:lpstr>
      <vt:lpstr>PowerPoint Presentation</vt:lpstr>
      <vt:lpstr>Project Objectives</vt:lpstr>
      <vt:lpstr>Problem Statement</vt:lpstr>
      <vt:lpstr>Project overview - Introduction</vt:lpstr>
      <vt:lpstr>End User</vt:lpstr>
      <vt:lpstr>Wow Factor in Solution</vt:lpstr>
      <vt:lpstr>Modelling</vt:lpstr>
      <vt:lpstr>Result / Outcomes</vt:lpstr>
      <vt:lpstr>Conclusion</vt:lpstr>
      <vt:lpstr>Future Perspective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Moinudeen Syed</dc:creator>
  <cp:lastModifiedBy>Adith singh</cp:lastModifiedBy>
  <cp:revision>21</cp:revision>
  <dcterms:modified xsi:type="dcterms:W3CDTF">2026-08-08T13:07:39Z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